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A"/>
                </a:solidFill>
                <a:latin typeface="+mn-lt"/>
              </a:rPr>
              <a:t>Full-file hashes (600 files)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Full-file hashes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508-418E-A6CD-AE2479794CEF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08-418E-A6CD-AE2479794C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Naive (hash all)</c:v>
                </c:pt>
                <c:pt idx="1">
                  <c:v>Staged pipeline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600</c:v>
                </c:pt>
                <c:pt idx="1">
                  <c:v>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08-418E-A6CD-AE2479794C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718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and the one-line pitch: same content, different names, wasted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statement, then give a relatable example: the same photo in Downloads, Backup and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 map directly to what we demonstrate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that actions always come after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demo folder. The trap files share a size but are eliminated at stage 2, so they were never fully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controlled-environment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zero dependencies: nothing to install, runs anywhere Python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to run live: same-size trap, file changed after scan, dry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Single-run benchmark on the dev machine; results will vary on yours. Key point: same answer, less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exactly in this order. Commands are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impact,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placeholders. Each member should be ready to explain their module and the concept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1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109728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File Deduplication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03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Finding identical files by content and safely reclaiming storage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4069080"/>
            <a:ext cx="91244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Team: {2520080043 S. Abhinav} {2520080036 V. Adithya} {2520080047 T. Harsha Vardhan } |   OSSP HACKATHON   |   17/10/26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766E"/>
                </a:solidFill>
              </a:rPr>
              <a:t>Develop a tool that identifies duplicate files and reduces unnecessary storage by detecting identical file contents.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377440"/>
            <a:ext cx="73152" cy="2011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</a:rPr>
              <a:t>Names lie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34640"/>
            <a:ext cx="2286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Copies get renamed: IMG_001.jpg, holiday (1).jpg. Only the content proves identity.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237744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2377440"/>
            <a:ext cx="73152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74720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</a:rPr>
              <a:t>Cost adds up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834640"/>
            <a:ext cx="2286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Duplicates inflate disk usage, backups, sync time and transfer cost.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237744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237744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17920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</a:rPr>
              <a:t>Manual is risky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834640"/>
            <a:ext cx="2286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Hand cleanup is slow and one wrong delete loses data.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2161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</a:rPr>
              <a:t>Detect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216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Identify identical files by content, across folders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0848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</a:rPr>
              <a:t>Report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20848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Show groups and exactly how much space is wasted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297180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953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</a:rPr>
              <a:t>Reclaim safely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9535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Delete, link or quarantine without risking data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384048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822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</a:rPr>
              <a:t>Stay efficient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840480" y="38221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Fast on large trees, constant memory, no dependencies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System design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</a:rPr>
              <a:t>CLI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3A"/>
                </a:solidFill>
              </a:rPr>
              <a:t>argparse options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938528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176272" y="146304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76272" y="1463040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</a:rPr>
              <a:t>Scanner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3A"/>
                </a:solidFill>
              </a:rPr>
              <a:t>walk, filter, skip links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803904" y="146304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03904" y="1463040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3-stage pipeline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size &gt; partial &gt; full hash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93792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31536" y="146304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31536" y="1463040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</a:rPr>
              <a:t>Report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3A"/>
                </a:solidFill>
              </a:rPr>
              <a:t>console, JSON, CSV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21424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059168" y="146304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59168" y="1463040"/>
            <a:ext cx="1417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</a:rPr>
              <a:t>Actions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3A"/>
                </a:solidFill>
              </a:rPr>
              <a:t>verify, then act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Modules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A"/>
                </a:solidFill>
              </a:rPr>
              <a:t>hasher.py  |  scanner.py  |  actions.py  |  report.py  |  cli.py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Each module has one job, so each can be tested and explained on its 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How detection works: a three-stage funnel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6217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17  </a:t>
            </a:r>
            <a:r>
              <a:rPr lang="en-US" sz="1500" dirty="0">
                <a:solidFill>
                  <a:srgbClr val="FFFFFF"/>
                </a:solidFill>
              </a:rPr>
              <a:t>files scanned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938528"/>
            <a:ext cx="6766560" cy="6217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93852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  </a:t>
            </a:r>
            <a:r>
              <a:rPr lang="en-US" sz="1500" dirty="0">
                <a:solidFill>
                  <a:srgbClr val="FFFFFF"/>
                </a:solidFill>
              </a:rPr>
              <a:t>share a file size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688336"/>
            <a:ext cx="5486400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68833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  </a:t>
            </a:r>
            <a:r>
              <a:rPr lang="en-US" sz="1500" dirty="0">
                <a:solidFill>
                  <a:srgbClr val="FFFFFF"/>
                </a:solidFill>
              </a:rPr>
              <a:t>share first 64 KiB hash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3438144"/>
            <a:ext cx="4206240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343814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  </a:t>
            </a:r>
            <a:r>
              <a:rPr lang="en-US" sz="1500" dirty="0">
                <a:solidFill>
                  <a:srgbClr val="FFFFFF"/>
                </a:solidFill>
              </a:rPr>
              <a:t>confirmed by full SHA-256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</a:rPr>
              <a:t>Result: 4 duplicate groups, 5 redundant files, 1.74 MB reclaimable.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</a:rPr>
              <a:t>Files with a unique size are never read at 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Responsible by design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73152" cy="1600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</a:rPr>
              <a:t>Dry run by default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645920"/>
            <a:ext cx="3657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Nothing changes without --apply. Preview first, always.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73152" cy="1600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</a:rPr>
              <a:t>Byte-by-byte verify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645920"/>
            <a:ext cx="3657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Re-checked immediately before every change, so hash collisions or edits after the scan cannot cause loss.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9718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971800"/>
            <a:ext cx="73152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3044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</a:rPr>
              <a:t>Reversible quarantine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429000"/>
            <a:ext cx="3657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Move duplicates aside instead of deleting. Atomic temp-file swap for links.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2971800"/>
            <a:ext cx="73152" cy="1600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3044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</a:rPr>
              <a:t>Stays in its lane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429000"/>
            <a:ext cx="3657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Touches only folders you pass in. Symlinks skipped, one keeper always preserved.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Python 3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Language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91840" y="12801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hashlib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SHA-256 hashing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2801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os / shutil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Walk, link, atomic replace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83464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argparse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Command-line interface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91840" y="283464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747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unittest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17 automated tests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35040" y="283464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Git / GitHub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Version control, docs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Standard library only: no installs, no compilation.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Testing and validation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6A34A"/>
                </a:solidFill>
              </a:rPr>
              <a:t>17 / 17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unit tests passing, using temporary folders only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12344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Correctness: same size but different content is not flagged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Correctness: same 70 KiB prefix, different tail is rejected at stage 3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Safety: dry run changes nothing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Safety: file edited after the scan is skipped, not deleted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Actions: delete, hardlink, symlink, quarantine verified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Edge cases: empty files, hard links, symlinks, excludes, multiple roots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Results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18872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</a:rPr>
              <a:t>132 = 132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502920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same duplicate groups found by both methods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02920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</a:rPr>
              <a:t>0.52 s → 0.33 s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02920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about 1.6x faster on this data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02920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</a:rPr>
              <a:t>1.74 MB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02920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reclaimed in the demo; re-scan shows 0 duplicates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Live demonstration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4846320" cy="548640"/>
          </a:xfrm>
          <a:prstGeom prst="rect">
            <a:avLst/>
          </a:prstGeom>
          <a:solidFill>
            <a:srgbClr val="1B2A3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188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demo/make_demo_data.py demo_data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188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Create sample files with known duplicates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83664"/>
            <a:ext cx="4846320" cy="548640"/>
          </a:xfrm>
          <a:prstGeom prst="rect">
            <a:avLst/>
          </a:prstGeom>
          <a:solidFill>
            <a:srgbClr val="1B2A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8836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dedup demo_data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8836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Report only: 4 groups, 1.74 MB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578608"/>
            <a:ext cx="4846320" cy="548640"/>
          </a:xfrm>
          <a:prstGeom prst="rect">
            <a:avLst/>
          </a:prstGeom>
          <a:solidFill>
            <a:srgbClr val="1B2A3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5786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dedup demo_data --action hardlink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25786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Dry run: preview, nothing changes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273552"/>
            <a:ext cx="4846320" cy="548640"/>
          </a:xfrm>
          <a:prstGeom prst="rect">
            <a:avLst/>
          </a:prstGeom>
          <a:solidFill>
            <a:srgbClr val="1B2A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32735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--action hardlink --apply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3273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Apply the change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968496"/>
            <a:ext cx="4846320" cy="548640"/>
          </a:xfrm>
          <a:prstGeom prst="rect">
            <a:avLst/>
          </a:prstGeom>
          <a:solidFill>
            <a:srgbClr val="1B2A3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9684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dedup demo_data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39684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Re-scan: 0 duplicate groups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Impact and future work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73152" cy="3108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</a:rPr>
              <a:t>Impact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645920"/>
            <a:ext cx="36576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Reclaims storage on laptops, shared drives and backups.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Smaller backups and faster sync.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Safe defaults make cleanup accessible to non-experts.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Zero dependencies: deployable anywhere.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73152" cy="3108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645920"/>
            <a:ext cx="36576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Parallel hashing with a thread pool.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Persistent hash cache keyed by path, size and mtime.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Near-duplicate image detection.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GUI and scheduled scans.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</a:rPr>
              <a:t>Team and contributions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&lt;Name&gt;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46888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</a:rPr>
              <a:t>Scanning pipeline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1188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scanner.py: staged filtering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47088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8470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&lt;Name&gt;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18470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</a:rPr>
              <a:t>Hashing and verification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470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hasher.py: SHA-256, byte compare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505456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50545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&lt;Name&gt;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468880" y="250545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</a:rPr>
              <a:t>Actions and safety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2505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actions.py: keep policy, links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63824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1638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&lt;Name&gt;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31638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</a:rPr>
              <a:t>CLI, reports, docs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31638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cli.py, report.py, README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822192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822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&lt;Name&gt;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3822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</a:rPr>
              <a:t>Testing and demo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38221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tests/, benchmark, slides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dup">
  <a:themeElements>
    <a:clrScheme name="Dedup">
      <a:dk1>
        <a:srgbClr val="1B2A3A"/>
      </a:dk1>
      <a:lt1>
        <a:srgbClr val="FFFFFF"/>
      </a:lt1>
      <a:dk2>
        <a:srgbClr val="0F766E"/>
      </a:dk2>
      <a:lt2>
        <a:srgbClr val="F1F5F4"/>
      </a:lt2>
      <a:accent1>
        <a:srgbClr val="0F766E"/>
      </a:accent1>
      <a:accent2>
        <a:srgbClr val="F59E0B"/>
      </a:accent2>
      <a:accent3>
        <a:srgbClr val="64748B"/>
      </a:accent3>
      <a:accent4>
        <a:srgbClr val="DC2626"/>
      </a:accent4>
      <a:accent5>
        <a:srgbClr val="2563EB"/>
      </a:accent5>
      <a:accent6>
        <a:srgbClr val="16A34A"/>
      </a:accent6>
      <a:hlink>
        <a:srgbClr val="2563EB"/>
      </a:hlink>
      <a:folHlink>
        <a:srgbClr val="64748B"/>
      </a:folHlink>
    </a:clrScheme>
    <a:fontScheme name="Dedu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929</Words>
  <Application>Microsoft Office PowerPoint</Application>
  <PresentationFormat>On-screen Show (16:9)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Dedup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Deduplication System</dc:title>
  <dc:subject>PptxGenJS Presentation</dc:subject>
  <dc:creator>PptxGenJS</dc:creator>
  <cp:lastModifiedBy>Abhinav Sunkara</cp:lastModifiedBy>
  <cp:revision>2</cp:revision>
  <dcterms:created xsi:type="dcterms:W3CDTF">2026-10-17T04:34:30Z</dcterms:created>
  <dcterms:modified xsi:type="dcterms:W3CDTF">2026-10-17T05:10:14Z</dcterms:modified>
</cp:coreProperties>
</file>